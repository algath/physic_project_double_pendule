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763" r:id="rId4"/>
  </p:sldMasterIdLst>
  <p:notesMasterIdLst>
    <p:notesMasterId r:id="rId13"/>
  </p:notesMasterIdLst>
  <p:handoutMasterIdLst>
    <p:handoutMasterId r:id="rId14"/>
  </p:handoutMasterIdLst>
  <p:sldIdLst>
    <p:sldId id="773" r:id="rId5"/>
    <p:sldId id="811" r:id="rId6"/>
    <p:sldId id="813" r:id="rId7"/>
    <p:sldId id="814" r:id="rId8"/>
    <p:sldId id="815" r:id="rId9"/>
    <p:sldId id="816" r:id="rId10"/>
    <p:sldId id="817" r:id="rId11"/>
    <p:sldId id="812" r:id="rId12"/>
  </p:sldIdLst>
  <p:sldSz cx="12192000" cy="6858000"/>
  <p:notesSz cx="7099300" cy="10234613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ésentations" id="{7C826870-920B-4148-9F65-EC0CA3E72225}">
          <p14:sldIdLst>
            <p14:sldId id="773"/>
            <p14:sldId id="811"/>
            <p14:sldId id="813"/>
            <p14:sldId id="814"/>
            <p14:sldId id="815"/>
            <p14:sldId id="816"/>
            <p14:sldId id="817"/>
            <p14:sldId id="81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24" userDrawn="1">
          <p15:clr>
            <a:srgbClr val="A4A3A4"/>
          </p15:clr>
        </p15:guide>
        <p15:guide id="2" pos="2237" userDrawn="1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Pierre-André Mudry" initials="mui" lastIdx="1" clrIdx="0">
    <p:extLst>
      <p:ext uri="{19B8F6BF-5375-455C-9EA6-DF929625EA0E}">
        <p15:presenceInfo xmlns:p15="http://schemas.microsoft.com/office/powerpoint/2012/main" userId="Pierre-André Mudry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215968"/>
    <a:srgbClr val="F7F5D5"/>
    <a:srgbClr val="E3F7D9"/>
    <a:srgbClr val="EBEBB5"/>
    <a:srgbClr val="CC0099"/>
    <a:srgbClr val="1947A3"/>
    <a:srgbClr val="FCC704"/>
    <a:srgbClr val="4B86E7"/>
    <a:srgbClr val="A8227B"/>
    <a:srgbClr val="CC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958C3D-18A3-4B2E-A046-5913D95544F0}" v="1" dt="2026-01-18T14:19:02.5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144" autoAdjust="0"/>
    <p:restoredTop sz="87605" autoAdjust="0"/>
  </p:normalViewPr>
  <p:slideViewPr>
    <p:cSldViewPr>
      <p:cViewPr varScale="1">
        <p:scale>
          <a:sx n="81" d="100"/>
          <a:sy n="81" d="100"/>
        </p:scale>
        <p:origin x="60" y="1376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232" d="100"/>
        <a:sy n="232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>
      <p:cViewPr varScale="1">
        <p:scale>
          <a:sx n="115" d="100"/>
          <a:sy n="115" d="100"/>
        </p:scale>
        <p:origin x="5178" y="126"/>
      </p:cViewPr>
      <p:guideLst>
        <p:guide orient="horz" pos="3224"/>
        <p:guide pos="2237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handoutMaster" Target="handoutMasters/handout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Zanad Maroua" userId="3c8c1996-05ae-44ec-be8b-279f65d1a65a" providerId="ADAL" clId="{C4A395A7-2EF0-4F9E-8DE1-68D41C3A6BA2}"/>
    <pc:docChg chg="undo custSel addSld modSld modSection">
      <pc:chgData name="Zanad Maroua" userId="3c8c1996-05ae-44ec-be8b-279f65d1a65a" providerId="ADAL" clId="{C4A395A7-2EF0-4F9E-8DE1-68D41C3A6BA2}" dt="2026-01-18T14:19:31.598" v="270" actId="20577"/>
      <pc:docMkLst>
        <pc:docMk/>
      </pc:docMkLst>
      <pc:sldChg chg="delSp modSp mod delAnim">
        <pc:chgData name="Zanad Maroua" userId="3c8c1996-05ae-44ec-be8b-279f65d1a65a" providerId="ADAL" clId="{C4A395A7-2EF0-4F9E-8DE1-68D41C3A6BA2}" dt="2026-01-18T14:17:17.787" v="1" actId="478"/>
        <pc:sldMkLst>
          <pc:docMk/>
          <pc:sldMk cId="701930509" sldId="813"/>
        </pc:sldMkLst>
        <pc:picChg chg="del ord">
          <ac:chgData name="Zanad Maroua" userId="3c8c1996-05ae-44ec-be8b-279f65d1a65a" providerId="ADAL" clId="{C4A395A7-2EF0-4F9E-8DE1-68D41C3A6BA2}" dt="2026-01-18T14:17:17.787" v="1" actId="478"/>
          <ac:picMkLst>
            <pc:docMk/>
            <pc:sldMk cId="701930509" sldId="813"/>
            <ac:picMk id="8" creationId="{420208FF-4A58-92D9-AB65-5E5FCC5C22FF}"/>
          </ac:picMkLst>
        </pc:picChg>
      </pc:sldChg>
      <pc:sldChg chg="modSp add mod">
        <pc:chgData name="Zanad Maroua" userId="3c8c1996-05ae-44ec-be8b-279f65d1a65a" providerId="ADAL" clId="{C4A395A7-2EF0-4F9E-8DE1-68D41C3A6BA2}" dt="2026-01-18T14:17:44.697" v="24" actId="20577"/>
        <pc:sldMkLst>
          <pc:docMk/>
          <pc:sldMk cId="2946429567" sldId="816"/>
        </pc:sldMkLst>
        <pc:spChg chg="mod">
          <ac:chgData name="Zanad Maroua" userId="3c8c1996-05ae-44ec-be8b-279f65d1a65a" providerId="ADAL" clId="{C4A395A7-2EF0-4F9E-8DE1-68D41C3A6BA2}" dt="2026-01-18T14:17:41.253" v="23" actId="20577"/>
          <ac:spMkLst>
            <pc:docMk/>
            <pc:sldMk cId="2946429567" sldId="816"/>
            <ac:spMk id="2" creationId="{2B12DBF4-6BD1-A37C-3E1D-274CDB663C9F}"/>
          </ac:spMkLst>
        </pc:spChg>
        <pc:spChg chg="mod">
          <ac:chgData name="Zanad Maroua" userId="3c8c1996-05ae-44ec-be8b-279f65d1a65a" providerId="ADAL" clId="{C4A395A7-2EF0-4F9E-8DE1-68D41C3A6BA2}" dt="2026-01-18T14:17:44.697" v="24" actId="20577"/>
          <ac:spMkLst>
            <pc:docMk/>
            <pc:sldMk cId="2946429567" sldId="816"/>
            <ac:spMk id="3" creationId="{A7EE84F3-4A46-E0F8-B1D6-853667EC49C9}"/>
          </ac:spMkLst>
        </pc:spChg>
      </pc:sldChg>
      <pc:sldChg chg="modSp add mod">
        <pc:chgData name="Zanad Maroua" userId="3c8c1996-05ae-44ec-be8b-279f65d1a65a" providerId="ADAL" clId="{C4A395A7-2EF0-4F9E-8DE1-68D41C3A6BA2}" dt="2026-01-18T14:19:31.598" v="270" actId="20577"/>
        <pc:sldMkLst>
          <pc:docMk/>
          <pc:sldMk cId="3136029744" sldId="817"/>
        </pc:sldMkLst>
        <pc:spChg chg="mod">
          <ac:chgData name="Zanad Maroua" userId="3c8c1996-05ae-44ec-be8b-279f65d1a65a" providerId="ADAL" clId="{C4A395A7-2EF0-4F9E-8DE1-68D41C3A6BA2}" dt="2026-01-18T14:18:03.215" v="36" actId="20577"/>
          <ac:spMkLst>
            <pc:docMk/>
            <pc:sldMk cId="3136029744" sldId="817"/>
            <ac:spMk id="2" creationId="{3BEBCE5E-FE49-F744-1D9C-D431B5B319B7}"/>
          </ac:spMkLst>
        </pc:spChg>
        <pc:spChg chg="mod">
          <ac:chgData name="Zanad Maroua" userId="3c8c1996-05ae-44ec-be8b-279f65d1a65a" providerId="ADAL" clId="{C4A395A7-2EF0-4F9E-8DE1-68D41C3A6BA2}" dt="2026-01-18T14:19:31.598" v="270" actId="20577"/>
          <ac:spMkLst>
            <pc:docMk/>
            <pc:sldMk cId="3136029744" sldId="817"/>
            <ac:spMk id="3" creationId="{148A6D9F-0D04-4C9E-CC58-704FC06105E4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4021296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r">
              <a:defRPr sz="1200"/>
            </a:lvl1pPr>
          </a:lstStyle>
          <a:p>
            <a:fld id="{A9A38115-2533-4DD5-A77A-754771AFE5B4}" type="datetimeFigureOut">
              <a:rPr lang="fr-FR" smtClean="0"/>
              <a:pPr/>
              <a:t>18/01/2026</a:t>
            </a:fld>
            <a:endParaRPr lang="fr-CH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2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4021296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r">
              <a:defRPr sz="1200"/>
            </a:lvl1pPr>
          </a:lstStyle>
          <a:p>
            <a:fld id="{B8D95ED4-4302-4B9F-9D23-41135BD21B7E}" type="slidenum">
              <a:rPr lang="fr-CH" smtClean="0"/>
              <a:pPr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6061805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2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296" y="0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/>
          <a:lstStyle>
            <a:lvl1pPr algn="r">
              <a:defRPr sz="1200"/>
            </a:lvl1pPr>
          </a:lstStyle>
          <a:p>
            <a:fld id="{935D434A-8A59-4F13-9A59-26B08A6D282A}" type="datetimeFigureOut">
              <a:rPr lang="fr-FR" smtClean="0"/>
              <a:pPr/>
              <a:t>18/01/2026</a:t>
            </a:fld>
            <a:endParaRPr lang="fr-CH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8113" y="766763"/>
            <a:ext cx="6823075" cy="3838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749" tIns="47373" rIns="94749" bIns="47373" rtlCol="0" anchor="ctr"/>
          <a:lstStyle/>
          <a:p>
            <a:endParaRPr lang="fr-CH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931" y="4861441"/>
            <a:ext cx="5679440" cy="4605577"/>
          </a:xfrm>
          <a:prstGeom prst="rect">
            <a:avLst/>
          </a:prstGeom>
        </p:spPr>
        <p:txBody>
          <a:bodyPr vert="horz" lIns="94749" tIns="47373" rIns="94749" bIns="47373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2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l">
              <a:defRPr sz="1200"/>
            </a:lvl1pPr>
          </a:lstStyle>
          <a:p>
            <a:endParaRPr lang="fr-CH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296" y="9721107"/>
            <a:ext cx="3076363" cy="511731"/>
          </a:xfrm>
          <a:prstGeom prst="rect">
            <a:avLst/>
          </a:prstGeom>
        </p:spPr>
        <p:txBody>
          <a:bodyPr vert="horz" lIns="94749" tIns="47373" rIns="94749" bIns="47373" rtlCol="0" anchor="b"/>
          <a:lstStyle>
            <a:lvl1pPr algn="r">
              <a:defRPr sz="1200"/>
            </a:lvl1pPr>
          </a:lstStyle>
          <a:p>
            <a:fld id="{9E3519E5-025F-4B1C-8C8E-E5E4EA4A6412}" type="slidenum">
              <a:rPr lang="fr-CH" smtClean="0"/>
              <a:pPr/>
              <a:t>‹#›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949901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>
          <a:xfrm>
            <a:off x="457200" y="719138"/>
            <a:ext cx="6400800" cy="3602037"/>
          </a:xfrm>
        </p:spPr>
      </p:sp>
      <p:sp>
        <p:nvSpPr>
          <p:cNvPr id="3" name="Espace réservé des commentair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FontTx/>
              <a:buNone/>
            </a:pPr>
            <a:endParaRPr lang="fr-CH" sz="800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1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0025870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CE70B3-5C3A-E372-BFC0-C3901FECC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B3A9B30-9C0D-D3C1-3C88-BCCD6EB8D29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012C252D-E5B4-8901-8A42-D7C966A19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E41AE91E-75A0-FD79-3004-CEA94469AB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2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39631714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557DFB-54D9-3237-38FA-283B0DD117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07DCD94E-6B74-D363-749D-BCDB6F21F6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77C713A9-4759-3B0A-3AE2-33F08E7E2E5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A5A56F57-3B8F-CAB6-A913-7C0151D945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3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69083616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9DE619-40A5-3C78-63D6-245FA1A929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C828684-46B9-542D-7D78-91D15EC9E7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9DA95E76-D1BF-EFA3-9D28-29971EA0364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D3680C32-6122-CD19-8CDA-E8FE360083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4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37292891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9A8952-8EC5-A000-2B1C-6ADA4F7F85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54C59AA-431B-8B45-42EE-9E34286DE22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8B662EDB-FE17-2C96-678B-4B2A953B2D3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AF87EDD-AB88-32DD-83ED-F4DA2297B7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5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9393763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F44EF-A552-8222-73F4-DC6C8D0498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45BEEEBF-34F1-718F-72A3-B5A0617FA6D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CA4A9752-EB20-D34D-3BF1-A001778E5A7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058BEF5E-7E42-0AB0-80F7-F8A728CBA6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6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425626133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3F05A8-F0E8-9A42-822B-35A1D913F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E460130B-A788-71F8-89D4-8003AC76AE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5FF1BA3C-74A2-6873-3296-9768253792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35BF6F70-924B-7A15-FE10-AC3B3976A0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7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18980277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CA0178-B1BA-E8ED-2676-441E7DCB05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>
            <a:extLst>
              <a:ext uri="{FF2B5EF4-FFF2-40B4-BE49-F238E27FC236}">
                <a16:creationId xmlns:a16="http://schemas.microsoft.com/office/drawing/2014/main" id="{9CA42142-7B0E-AB5D-0330-37589AE88B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138113" y="766763"/>
            <a:ext cx="6823075" cy="3838575"/>
          </a:xfrm>
        </p:spPr>
      </p:sp>
      <p:sp>
        <p:nvSpPr>
          <p:cNvPr id="3" name="Espace réservé des notes 2">
            <a:extLst>
              <a:ext uri="{FF2B5EF4-FFF2-40B4-BE49-F238E27FC236}">
                <a16:creationId xmlns:a16="http://schemas.microsoft.com/office/drawing/2014/main" id="{A71AB8F0-E3A1-D5BE-6BEF-FBA1ADB154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CH" dirty="0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57924916-B30F-C546-B7E8-B881EDDB9F5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E3519E5-025F-4B1C-8C8E-E5E4EA4A6412}" type="slidenum">
              <a:rPr lang="fr-CH" smtClean="0"/>
              <a:pPr/>
              <a:t>8</a:t>
            </a:fld>
            <a:endParaRPr lang="fr-CH"/>
          </a:p>
        </p:txBody>
      </p:sp>
    </p:spTree>
    <p:extLst>
      <p:ext uri="{BB962C8B-B14F-4D97-AF65-F5344CB8AC3E}">
        <p14:creationId xmlns:p14="http://schemas.microsoft.com/office/powerpoint/2010/main" val="29451707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xemple exter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Espace réservé du texte 6"/>
          <p:cNvSpPr>
            <a:spLocks noGrp="1"/>
          </p:cNvSpPr>
          <p:nvPr>
            <p:ph type="body" sz="quarter" idx="13" hasCustomPrompt="1"/>
          </p:nvPr>
        </p:nvSpPr>
        <p:spPr>
          <a:xfrm>
            <a:off x="1007534" y="2420938"/>
            <a:ext cx="10176933" cy="2016125"/>
          </a:xfrm>
        </p:spPr>
        <p:txBody>
          <a:bodyPr>
            <a:normAutofit/>
          </a:bodyPr>
          <a:lstStyle>
            <a:lvl1pPr marL="0" indent="0" algn="l">
              <a:buNone/>
              <a:defRPr sz="7200" baseline="0">
                <a:solidFill>
                  <a:schemeClr val="bg1">
                    <a:lumMod val="50000"/>
                  </a:schemeClr>
                </a:solidFill>
                <a:latin typeface="Century Gothic" panose="020B0502020202020204" pitchFamily="34" charset="0"/>
                <a:ea typeface="Roboto Condensed" pitchFamily="2" charset="0"/>
              </a:defRPr>
            </a:lvl1pPr>
            <a:lvl5pPr>
              <a:defRPr/>
            </a:lvl5pPr>
          </a:lstStyle>
          <a:p>
            <a:pPr lvl="0"/>
            <a:r>
              <a:rPr lang="fr-FR" dirty="0" err="1"/>
              <a:t>Demo</a:t>
            </a:r>
            <a:r>
              <a:rPr lang="fr-FR" dirty="0"/>
              <a:t> </a:t>
            </a:r>
            <a:r>
              <a:rPr lang="fr-FR" dirty="0" err="1"/>
              <a:t>text</a:t>
            </a:r>
            <a:endParaRPr lang="fr-CH" dirty="0"/>
          </a:p>
        </p:txBody>
      </p:sp>
      <p:sp>
        <p:nvSpPr>
          <p:cNvPr id="2" name="Espace réservé de la date 3">
            <a:extLst>
              <a:ext uri="{FF2B5EF4-FFF2-40B4-BE49-F238E27FC236}">
                <a16:creationId xmlns:a16="http://schemas.microsoft.com/office/drawing/2014/main" id="{9BAB171B-C3A4-4557-1E13-20F09DBC30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6E631C47-F2A2-9BB2-DBB1-BE5B1FDF18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26F02FD8-6A90-5053-B217-1C48456468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6999714"/>
      </p:ext>
    </p:extLst>
  </p:cSld>
  <p:clrMapOvr>
    <a:masterClrMapping/>
  </p:clrMapOvr>
  <p:transition>
    <p:fade/>
  </p:transition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73937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1004" y="1340768"/>
            <a:ext cx="11687472" cy="4921944"/>
          </a:xfrm>
        </p:spPr>
        <p:txBody>
          <a:bodyPr anchor="ctr"/>
          <a:lstStyle/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7726B9BA-DE2B-EA9E-FA15-D4404E9E5AA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9CD7C1CA-5DDA-E379-EF19-34F7C46C66E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6E65DDC2-5C87-092F-F111-65C704A248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46676621"/>
      </p:ext>
    </p:extLst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- Not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92292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0920" y="1340768"/>
            <a:ext cx="11705931" cy="4921944"/>
          </a:xfrm>
        </p:spPr>
        <p:txBody>
          <a:bodyPr anchor="ctr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D1D95-DBC2-4B4A-A24B-91EAEFF949AF}"/>
              </a:ext>
            </a:extLst>
          </p:cNvPr>
          <p:cNvSpPr/>
          <p:nvPr userDrawn="1"/>
        </p:nvSpPr>
        <p:spPr>
          <a:xfrm>
            <a:off x="11825295" y="188641"/>
            <a:ext cx="108000" cy="10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0000" rIns="90000" rtlCol="0" anchor="ctr" anchorCtr="1">
            <a:spAutoFit/>
          </a:bodyPr>
          <a:lstStyle/>
          <a:p>
            <a:pPr marL="383322" marR="0" lvl="0" indent="-293764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45000"/>
              <a:buFontTx/>
              <a:buNone/>
              <a:tabLst>
                <a:tab pos="656650" algn="l"/>
                <a:tab pos="1313299" algn="l"/>
                <a:tab pos="1969949" algn="l"/>
                <a:tab pos="2626599" algn="l"/>
                <a:tab pos="3283248" algn="l"/>
                <a:tab pos="3939898" algn="l"/>
                <a:tab pos="4596548" algn="l"/>
                <a:tab pos="5253198" algn="l"/>
                <a:tab pos="5909847" algn="l"/>
                <a:tab pos="6566497" algn="l"/>
                <a:tab pos="7223147" algn="l"/>
                <a:tab pos="7879796" algn="l"/>
              </a:tabLst>
              <a:defRPr/>
            </a:pPr>
            <a:endParaRPr kumimoji="0" lang="fr-CH" sz="2000" b="1" i="0" u="none" strike="noStrike" kern="1200" cap="none" spc="0" normalizeH="0" baseline="0" noProof="0" dirty="0" err="1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itchFamily="49" charset="0"/>
              <a:ea typeface="+mn-ea"/>
              <a:cs typeface="+mn-cs"/>
            </a:endParaRP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1403E228-B215-2F68-3633-1BE08E2530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35D44ED-7585-AB11-FA87-39F627933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23B0277F-C350-AE04-D9D0-88730D51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74198007"/>
      </p:ext>
    </p:extLst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 W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92292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0920" y="1340768"/>
            <a:ext cx="11705931" cy="4921944"/>
          </a:xfrm>
        </p:spPr>
        <p:txBody>
          <a:bodyPr anchor="ctr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D1D95-DBC2-4B4A-A24B-91EAEFF949AF}"/>
              </a:ext>
            </a:extLst>
          </p:cNvPr>
          <p:cNvSpPr/>
          <p:nvPr userDrawn="1"/>
        </p:nvSpPr>
        <p:spPr>
          <a:xfrm>
            <a:off x="11825295" y="188641"/>
            <a:ext cx="108000" cy="10800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0000" rIns="90000" rtlCol="0" anchor="ctr" anchorCtr="1">
            <a:spAutoFit/>
          </a:bodyPr>
          <a:lstStyle/>
          <a:p>
            <a:pPr marL="383322" marR="0" lvl="0" indent="-293764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45000"/>
              <a:buFontTx/>
              <a:buNone/>
              <a:tabLst>
                <a:tab pos="656650" algn="l"/>
                <a:tab pos="1313299" algn="l"/>
                <a:tab pos="1969949" algn="l"/>
                <a:tab pos="2626599" algn="l"/>
                <a:tab pos="3283248" algn="l"/>
                <a:tab pos="3939898" algn="l"/>
                <a:tab pos="4596548" algn="l"/>
                <a:tab pos="5253198" algn="l"/>
                <a:tab pos="5909847" algn="l"/>
                <a:tab pos="6566497" algn="l"/>
                <a:tab pos="7223147" algn="l"/>
                <a:tab pos="7879796" algn="l"/>
              </a:tabLst>
              <a:defRPr/>
            </a:pPr>
            <a:endParaRPr kumimoji="0" lang="fr-CH" sz="2000" b="1" i="0" u="none" strike="noStrike" kern="1200" cap="none" spc="0" normalizeH="0" baseline="0" noProof="0" dirty="0" err="1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itchFamily="49" charset="0"/>
              <a:ea typeface="+mn-ea"/>
              <a:cs typeface="+mn-cs"/>
            </a:endParaRP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1403E228-B215-2F68-3633-1BE08E2530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35D44ED-7585-AB11-FA87-39F627933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23B0277F-C350-AE04-D9D0-88730D51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6644049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dirty="0"/>
              <a:t>1. Modifiez le style du titre</a:t>
            </a:r>
            <a:endParaRPr lang="fr-CH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C656BEB2-180A-C8F7-9BB2-C8699FD07CE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63618DB3-1908-6999-9A6D-FAFA9781C2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FE671695-BB8A-B4E3-0D1D-5DEA929D63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58918260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41003" y="1600201"/>
            <a:ext cx="5753397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735924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8" name="Espace réservé de la date 3">
            <a:extLst>
              <a:ext uri="{FF2B5EF4-FFF2-40B4-BE49-F238E27FC236}">
                <a16:creationId xmlns:a16="http://schemas.microsoft.com/office/drawing/2014/main" id="{1142E14E-0E00-7ABA-D9F4-7CDB0ACA09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pied de page 4">
            <a:extLst>
              <a:ext uri="{FF2B5EF4-FFF2-40B4-BE49-F238E27FC236}">
                <a16:creationId xmlns:a16="http://schemas.microsoft.com/office/drawing/2014/main" id="{4DA66138-192B-D3AD-9DEF-8AC4CB69A2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7614A7C1-6CCB-8716-B8FA-38C157D439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2659805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dirty="0"/>
              <a:t>Modifiez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10" name="Espace réservé de la date 3">
            <a:extLst>
              <a:ext uri="{FF2B5EF4-FFF2-40B4-BE49-F238E27FC236}">
                <a16:creationId xmlns:a16="http://schemas.microsoft.com/office/drawing/2014/main" id="{57BBE351-0483-947B-013F-B7EAE02FE4A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1" name="Espace réservé du pied de page 4">
            <a:extLst>
              <a:ext uri="{FF2B5EF4-FFF2-40B4-BE49-F238E27FC236}">
                <a16:creationId xmlns:a16="http://schemas.microsoft.com/office/drawing/2014/main" id="{77014DB8-3788-828D-4C36-178E3A58C0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2" name="Espace réservé du numéro de diapositive 5">
            <a:extLst>
              <a:ext uri="{FF2B5EF4-FFF2-40B4-BE49-F238E27FC236}">
                <a16:creationId xmlns:a16="http://schemas.microsoft.com/office/drawing/2014/main" id="{556BE6F4-0277-69C2-B65D-E415DC90BB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3025569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31371" y="332656"/>
            <a:ext cx="11329259" cy="7920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B46E37FB-28C4-8D62-2680-029171FE9B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8C462E7F-1B50-6FB3-7AB7-4F4618AAE3A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5019A203-79EE-80D4-80BB-FFD8BAEE4E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701493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5E17B71C-EE35-1613-EC9A-D1ECE65899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422B0DF6-21E2-575C-75AF-2B4CE252721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8A8D04BB-8DB8-F380-9DCC-28A242A1154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9117502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entury Gothic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entury Gothic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entury Gothic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entury Gothic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Century Gothic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Century Gothic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96376886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fr-FR"/>
              <a:t>Cliquez sur l'icône pour ajouter une image</a:t>
            </a:r>
            <a:endParaRPr lang="fr-CH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/>
              <a:t>Modifiez les styles du texte du masque</a:t>
            </a:r>
          </a:p>
        </p:txBody>
      </p:sp>
      <p:sp>
        <p:nvSpPr>
          <p:cNvPr id="8" name="Espace réservé de la date 3">
            <a:extLst>
              <a:ext uri="{FF2B5EF4-FFF2-40B4-BE49-F238E27FC236}">
                <a16:creationId xmlns:a16="http://schemas.microsoft.com/office/drawing/2014/main" id="{A6D42AA8-4474-229D-9126-17DD8CA4AB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pied de page 4">
            <a:extLst>
              <a:ext uri="{FF2B5EF4-FFF2-40B4-BE49-F238E27FC236}">
                <a16:creationId xmlns:a16="http://schemas.microsoft.com/office/drawing/2014/main" id="{15129224-2931-BC25-602B-D7EC62AEDA2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10" name="Espace réservé du numéro de diapositive 5">
            <a:extLst>
              <a:ext uri="{FF2B5EF4-FFF2-40B4-BE49-F238E27FC236}">
                <a16:creationId xmlns:a16="http://schemas.microsoft.com/office/drawing/2014/main" id="{233307E3-26A1-8A9E-389D-215E4F05A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2763696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AEE743D1-2C61-A07D-9920-13DAB7B7911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2E122256-3D88-D1A1-F578-340CF4388F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8C4E9F1C-4045-7039-DD98-337201C2C8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55718170"/>
      </p:ext>
    </p:extLst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/>
          </a:p>
        </p:txBody>
      </p:sp>
      <p:sp>
        <p:nvSpPr>
          <p:cNvPr id="7" name="Espace réservé de la date 3">
            <a:extLst>
              <a:ext uri="{FF2B5EF4-FFF2-40B4-BE49-F238E27FC236}">
                <a16:creationId xmlns:a16="http://schemas.microsoft.com/office/drawing/2014/main" id="{BA34519D-2FD7-CB22-D470-8D498335AB5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pied de page 4">
            <a:extLst>
              <a:ext uri="{FF2B5EF4-FFF2-40B4-BE49-F238E27FC236}">
                <a16:creationId xmlns:a16="http://schemas.microsoft.com/office/drawing/2014/main" id="{533F5B0F-7697-EF15-F026-3C49AA02563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9" name="Espace réservé du numéro de diapositive 5">
            <a:extLst>
              <a:ext uri="{FF2B5EF4-FFF2-40B4-BE49-F238E27FC236}">
                <a16:creationId xmlns:a16="http://schemas.microsoft.com/office/drawing/2014/main" id="{779B7E0C-374B-4F6F-633B-F4DB3248CFA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27030"/>
      </p:ext>
    </p:extLst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position personnalisé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335360" y="188640"/>
            <a:ext cx="11523741" cy="792088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fr-CH"/>
          </a:p>
        </p:txBody>
      </p:sp>
      <p:sp>
        <p:nvSpPr>
          <p:cNvPr id="6" name="Espace réservé de la date 3">
            <a:extLst>
              <a:ext uri="{FF2B5EF4-FFF2-40B4-BE49-F238E27FC236}">
                <a16:creationId xmlns:a16="http://schemas.microsoft.com/office/drawing/2014/main" id="{FC3937F0-C33D-2B51-679F-7A27A81A4CE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pied de page 4">
            <a:extLst>
              <a:ext uri="{FF2B5EF4-FFF2-40B4-BE49-F238E27FC236}">
                <a16:creationId xmlns:a16="http://schemas.microsoft.com/office/drawing/2014/main" id="{E10A22BA-24E0-84FB-8ABB-B553D6FE13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8" name="Espace réservé du numéro de diapositive 5">
            <a:extLst>
              <a:ext uri="{FF2B5EF4-FFF2-40B4-BE49-F238E27FC236}">
                <a16:creationId xmlns:a16="http://schemas.microsoft.com/office/drawing/2014/main" id="{95DD96A9-C072-6A50-E9CA-7B0F58E1B2A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48117571"/>
      </p:ext>
    </p:extLst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_e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188641"/>
            <a:ext cx="11692292" cy="1007359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/>
              <a:t>Modifiez le style du titre</a:t>
            </a:r>
            <a:endParaRPr lang="fr-CH" dirty="0"/>
          </a:p>
        </p:txBody>
      </p:sp>
      <p:sp>
        <p:nvSpPr>
          <p:cNvPr id="23" name="Espace réservé du contenu 22"/>
          <p:cNvSpPr>
            <a:spLocks noGrp="1"/>
          </p:cNvSpPr>
          <p:nvPr>
            <p:ph sz="quarter" idx="10"/>
          </p:nvPr>
        </p:nvSpPr>
        <p:spPr>
          <a:xfrm>
            <a:off x="240920" y="1340768"/>
            <a:ext cx="11705931" cy="4921944"/>
          </a:xfrm>
        </p:spPr>
        <p:txBody>
          <a:bodyPr anchor="ctr"/>
          <a:lstStyle/>
          <a:p>
            <a:pPr lvl="0"/>
            <a:r>
              <a:rPr lang="fr-FR"/>
              <a:t>Modifiez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H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2D1D95-DBC2-4B4A-A24B-91EAEFF949AF}"/>
              </a:ext>
            </a:extLst>
          </p:cNvPr>
          <p:cNvSpPr/>
          <p:nvPr userDrawn="1"/>
        </p:nvSpPr>
        <p:spPr>
          <a:xfrm>
            <a:off x="11825295" y="188641"/>
            <a:ext cx="108000" cy="10800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vert="horz" wrap="square" lIns="90000" rIns="90000" rtlCol="0" anchor="ctr" anchorCtr="1">
            <a:spAutoFit/>
          </a:bodyPr>
          <a:lstStyle/>
          <a:p>
            <a:pPr marL="383322" marR="0" lvl="0" indent="-293764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Pct val="45000"/>
              <a:buFontTx/>
              <a:buNone/>
              <a:tabLst>
                <a:tab pos="656650" algn="l"/>
                <a:tab pos="1313299" algn="l"/>
                <a:tab pos="1969949" algn="l"/>
                <a:tab pos="2626599" algn="l"/>
                <a:tab pos="3283248" algn="l"/>
                <a:tab pos="3939898" algn="l"/>
                <a:tab pos="4596548" algn="l"/>
                <a:tab pos="5253198" algn="l"/>
                <a:tab pos="5909847" algn="l"/>
                <a:tab pos="6566497" algn="l"/>
                <a:tab pos="7223147" algn="l"/>
                <a:tab pos="7879796" algn="l"/>
              </a:tabLst>
              <a:defRPr/>
            </a:pPr>
            <a:endParaRPr kumimoji="0" lang="fr-CH" sz="2000" b="1" i="0" u="none" strike="noStrike" kern="1200" cap="none" spc="0" normalizeH="0" baseline="0" noProof="0" dirty="0" err="1">
              <a:ln>
                <a:noFill/>
              </a:ln>
              <a:solidFill>
                <a:srgbClr val="7030A0"/>
              </a:solidFill>
              <a:effectLst/>
              <a:uLnTx/>
              <a:uFillTx/>
              <a:latin typeface="Consolas" pitchFamily="49" charset="0"/>
              <a:ea typeface="+mn-ea"/>
              <a:cs typeface="+mn-cs"/>
            </a:endParaRPr>
          </a:p>
        </p:txBody>
      </p:sp>
      <p:sp>
        <p:nvSpPr>
          <p:cNvPr id="5" name="Espace réservé de la date 3">
            <a:extLst>
              <a:ext uri="{FF2B5EF4-FFF2-40B4-BE49-F238E27FC236}">
                <a16:creationId xmlns:a16="http://schemas.microsoft.com/office/drawing/2014/main" id="{1403E228-B215-2F68-3633-1BE08E25306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pied de page 4">
            <a:extLst>
              <a:ext uri="{FF2B5EF4-FFF2-40B4-BE49-F238E27FC236}">
                <a16:creationId xmlns:a16="http://schemas.microsoft.com/office/drawing/2014/main" id="{B35D44ED-7585-AB11-FA87-39F627933C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7" name="Espace réservé du numéro de diapositive 5">
            <a:extLst>
              <a:ext uri="{FF2B5EF4-FFF2-40B4-BE49-F238E27FC236}">
                <a16:creationId xmlns:a16="http://schemas.microsoft.com/office/drawing/2014/main" id="{23B0277F-C350-AE04-D9D0-88730D51619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7269412"/>
      </p:ext>
    </p:extLst>
  </p:cSld>
  <p:clrMapOvr>
    <a:masterClrMapping/>
  </p:clrMapOvr>
  <p:transition>
    <p:fade/>
  </p:transition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41003" y="260648"/>
            <a:ext cx="11692521" cy="79208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fr-FR" dirty="0"/>
              <a:t>Cliquez pour modifier le style du titre</a:t>
            </a:r>
            <a:endParaRPr lang="fr-CH" dirty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41003" y="1196752"/>
            <a:ext cx="11692522" cy="506285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  <a:endParaRPr lang="fr-CH" dirty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LID4096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Dr P.-A. Mudry</a:t>
            </a:r>
            <a:endParaRPr kumimoji="0" lang="fr-CH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4148667" y="6520260"/>
            <a:ext cx="3860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fr-FR" sz="10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1. Demo course</a:t>
            </a:r>
            <a:endParaRPr kumimoji="0" lang="fr-FR" sz="10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9088725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lumMod val="65000"/>
                    <a:lumOff val="35000"/>
                  </a:scheme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3C040C7-4060-4381-887A-2EF827EF70EC}" type="slidenum">
              <a:rPr kumimoji="0" lang="fr-CH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lumMod val="65000"/>
                    <a:lumOff val="35000"/>
                  </a:prstClr>
                </a:solidFill>
                <a:effectLst/>
                <a:uLnTx/>
                <a:uFillTx/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fr-CH" sz="1000" b="0" i="0" u="none" strike="noStrike" kern="1200" cap="none" spc="0" normalizeH="0" baseline="0" noProof="0">
              <a:ln>
                <a:noFill/>
              </a:ln>
              <a:solidFill>
                <a:prstClr val="black">
                  <a:lumMod val="65000"/>
                  <a:lumOff val="35000"/>
                </a:prstClr>
              </a:solidFill>
              <a:effectLst/>
              <a:uLnTx/>
              <a:uFillTx/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7224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4" r:id="rId1"/>
    <p:sldLayoutId id="2147483766" r:id="rId2"/>
    <p:sldLayoutId id="2147483767" r:id="rId3"/>
    <p:sldLayoutId id="2147483768" r:id="rId4"/>
    <p:sldLayoutId id="2147483769" r:id="rId5"/>
    <p:sldLayoutId id="2147483770" r:id="rId6"/>
    <p:sldLayoutId id="2147483771" r:id="rId7"/>
    <p:sldLayoutId id="2147483772" r:id="rId8"/>
    <p:sldLayoutId id="2147483773" r:id="rId9"/>
    <p:sldLayoutId id="2147483774" r:id="rId10"/>
    <p:sldLayoutId id="2147483775" r:id="rId11"/>
    <p:sldLayoutId id="2147483776" r:id="rId12"/>
    <p:sldLayoutId id="2147483777" r:id="rId13"/>
    <p:sldLayoutId id="2147483778" r:id="rId14"/>
    <p:sldLayoutId id="2147483779" r:id="rId15"/>
  </p:sldLayoutIdLst>
  <p:transition>
    <p:fade/>
  </p:transition>
  <p:hf hdr="0"/>
  <p:txStyles>
    <p:titleStyle>
      <a:lvl1pPr algn="l" defTabSz="914400" rtl="0" eaLnBrk="1" latinLnBrk="0" hangingPunct="1">
        <a:spcBef>
          <a:spcPct val="0"/>
        </a:spcBef>
        <a:buNone/>
        <a:defRPr sz="3600" b="1" i="0" kern="1200">
          <a:solidFill>
            <a:schemeClr val="accent5">
              <a:lumMod val="50000"/>
            </a:schemeClr>
          </a:solidFill>
          <a:latin typeface="Century Gothic" panose="020B0502020202020204" pitchFamily="34" charset="0"/>
          <a:ea typeface="Open Sans" pitchFamily="2" charset="0"/>
          <a:cs typeface="Open Sans" pitchFamily="2" charset="0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SzPct val="50000"/>
        <a:buFont typeface="Inter Light" panose="02000503000000020004" pitchFamily="2" charset="0"/>
        <a:buChar char="►"/>
        <a:defRPr sz="36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1pPr>
      <a:lvl2pPr marL="742950" indent="-28575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Wingdings 3" pitchFamily="18" charset="2"/>
        <a:buChar char=""/>
        <a:defRPr sz="36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2pPr>
      <a:lvl3pPr marL="1143000" indent="-2286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Arial" pitchFamily="34" charset="0"/>
        <a:buChar char="•"/>
        <a:defRPr sz="32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3pPr>
      <a:lvl4pPr marL="1600200" indent="-2286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Arial" pitchFamily="34" charset="0"/>
        <a:buChar char="–"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4pPr>
      <a:lvl5pPr marL="2057400" indent="-228600" algn="l" defTabSz="914400" rtl="0" eaLnBrk="1" latinLnBrk="0" hangingPunct="1">
        <a:spcBef>
          <a:spcPct val="20000"/>
        </a:spcBef>
        <a:buClr>
          <a:schemeClr val="accent1">
            <a:lumMod val="75000"/>
          </a:schemeClr>
        </a:buClr>
        <a:buFont typeface="Arial" pitchFamily="34" charset="0"/>
        <a:buChar char="»"/>
        <a:defRPr sz="2800" kern="1200">
          <a:solidFill>
            <a:schemeClr val="tx1"/>
          </a:solidFill>
          <a:latin typeface="Open Sans" pitchFamily="2" charset="0"/>
          <a:ea typeface="Open Sans" pitchFamily="2" charset="0"/>
          <a:cs typeface="Open Sans" pitchFamily="2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gi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4F79EE6-74B4-B586-A262-974F141C1300}"/>
              </a:ext>
            </a:extLst>
          </p:cNvPr>
          <p:cNvSpPr txBox="1"/>
          <p:nvPr/>
        </p:nvSpPr>
        <p:spPr>
          <a:xfrm>
            <a:off x="983432" y="2721114"/>
            <a:ext cx="72541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CH" sz="5400" dirty="0">
                <a:solidFill>
                  <a:schemeClr val="tx1">
                    <a:lumMod val="65000"/>
                    <a:lumOff val="35000"/>
                  </a:schemeClr>
                </a:solidFill>
                <a:latin typeface="Century Gothic" panose="020B0502020202020204" pitchFamily="34" charset="0"/>
              </a:rPr>
              <a:t>Double pendule</a:t>
            </a:r>
          </a:p>
        </p:txBody>
      </p:sp>
      <p:pic>
        <p:nvPicPr>
          <p:cNvPr id="11" name="Picture 10" descr="A black and white text&#10;&#10;AI-generated content may be incorrect.">
            <a:extLst>
              <a:ext uri="{FF2B5EF4-FFF2-40B4-BE49-F238E27FC236}">
                <a16:creationId xmlns:a16="http://schemas.microsoft.com/office/drawing/2014/main" id="{2E11D006-07D4-D9FD-B827-1A86E14A34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99ABB-7846-8388-8605-9AF93B146BDA}"/>
              </a:ext>
            </a:extLst>
          </p:cNvPr>
          <p:cNvSpPr txBox="1">
            <a:spLocks/>
          </p:cNvSpPr>
          <p:nvPr/>
        </p:nvSpPr>
        <p:spPr>
          <a:xfrm>
            <a:off x="497570" y="3789040"/>
            <a:ext cx="11143046" cy="648072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36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36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Clr>
                <a:schemeClr val="accent2"/>
              </a:buClr>
              <a:buSzPct val="80000"/>
              <a:buNone/>
            </a:pPr>
            <a:r>
              <a:rPr lang="fr-CH" sz="2400" b="1" i="1" u="sng" dirty="0"/>
              <a:t>Maroua Zanad</a:t>
            </a:r>
            <a:endParaRPr lang="fr-CH" sz="2400" i="1" dirty="0"/>
          </a:p>
        </p:txBody>
      </p:sp>
    </p:spTree>
    <p:extLst>
      <p:ext uri="{BB962C8B-B14F-4D97-AF65-F5344CB8AC3E}">
        <p14:creationId xmlns:p14="http://schemas.microsoft.com/office/powerpoint/2010/main" val="1198659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Tm="17360"/>
    </mc:Choice>
    <mc:Fallback xmlns="">
      <p:transition advTm="1736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559642-E5B6-BC45-0BE3-3AEE4B86F4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D5B988-C23F-CA48-9881-12F56D4BFF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Présentation du projet </a:t>
            </a:r>
            <a:r>
              <a:rPr lang="fr-CH" dirty="0">
                <a:solidFill>
                  <a:srgbClr val="FF0000"/>
                </a:solidFill>
              </a:rPr>
              <a:t>(2 minutes)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01909-4B88-F51A-76B3-9D2C5828DD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Contexte et problématique</a:t>
            </a:r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endParaRPr lang="fr-CH" sz="2400" b="1" dirty="0"/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Objectif(s)</a:t>
            </a:r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endParaRPr lang="fr-CH" sz="2400" b="1" dirty="0"/>
          </a:p>
          <a:p>
            <a:pPr>
              <a:buClr>
                <a:schemeClr val="accent2"/>
              </a:buClr>
              <a:buSzPct val="100000"/>
              <a:buFont typeface="Arial" panose="020B0604020202020204" pitchFamily="34" charset="0"/>
              <a:buChar char="•"/>
            </a:pPr>
            <a:r>
              <a:rPr lang="fr-CH" sz="2400" b="1" dirty="0"/>
              <a:t>Méthodes</a:t>
            </a:r>
            <a:endParaRPr lang="fr-CH" sz="20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D6605D-9557-F1EA-8AFA-610CFA9309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2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56BF36-D049-3ACF-0CE7-9D7DD7DA97F6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5" name="Picture 4" descr="A black and white text&#10;&#10;AI-generated content may be incorrect.">
            <a:extLst>
              <a:ext uri="{FF2B5EF4-FFF2-40B4-BE49-F238E27FC236}">
                <a16:creationId xmlns:a16="http://schemas.microsoft.com/office/drawing/2014/main" id="{FE09B1B8-6FFB-A484-2336-4F77640128B3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77163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FBABE-983E-B7D5-3526-52EE648429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5C19ED-14BA-9CE2-8784-047386E47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>
                <a:solidFill>
                  <a:srgbClr val="215968"/>
                </a:solidFill>
              </a:rPr>
              <a:t>Double</a:t>
            </a:r>
            <a:r>
              <a:rPr lang="fr-CH" dirty="0"/>
              <a:t> pendule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92B49-69B3-F49F-629D-8D67CB531E1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2000" b="1" dirty="0"/>
              <a:t>Connu aussi sous le nom de pendule chaotique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2000" b="1" dirty="0"/>
              <a:t>Déterministe d’après les lois de Newton ou la formulation </a:t>
            </a:r>
            <a:r>
              <a:rPr lang="fr-CH" sz="2000" b="1" dirty="0" err="1"/>
              <a:t>Lgrangian</a:t>
            </a:r>
            <a:r>
              <a:rPr lang="fr-CH" sz="2000" b="1" dirty="0"/>
              <a:t>)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2000" b="1" dirty="0"/>
              <a:t>Sensible aux conditions initiales</a:t>
            </a:r>
          </a:p>
          <a:p>
            <a:pPr lvl="1"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Petits changements d’angles ou de vélocités</a:t>
            </a:r>
          </a:p>
          <a:p>
            <a:pPr lvl="1"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Provoquent des modifications simple à complexe et chaotique</a:t>
            </a:r>
          </a:p>
          <a:p>
            <a:pPr>
              <a:buClr>
                <a:schemeClr val="accent2"/>
              </a:buClr>
              <a:buSzPct val="100000"/>
              <a:buFont typeface="Wingdings" panose="05000000000000000000" pitchFamily="2" charset="2"/>
              <a:buChar char="à"/>
            </a:pPr>
            <a:r>
              <a:rPr lang="fr-CH" sz="2000" b="1" dirty="0">
                <a:sym typeface="Wingdings" panose="05000000000000000000" pitchFamily="2" charset="2"/>
              </a:rPr>
              <a:t>Chaos déterministe</a:t>
            </a:r>
          </a:p>
          <a:p>
            <a:pPr>
              <a:buClr>
                <a:schemeClr val="accent2"/>
              </a:buClr>
              <a:buSzPct val="100000"/>
              <a:buFont typeface="Wingdings" panose="05000000000000000000" pitchFamily="2" charset="2"/>
              <a:buChar char="à"/>
            </a:pPr>
            <a:endParaRPr lang="fr-CH" sz="20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8D84E-B5FC-E494-125E-2F3BA61E49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3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0FF285-7F0A-15CA-1A05-06B829B48E0B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5" name="Picture 4" descr="A black and white text&#10;&#10;AI-generated content may be incorrect.">
            <a:extLst>
              <a:ext uri="{FF2B5EF4-FFF2-40B4-BE49-F238E27FC236}">
                <a16:creationId xmlns:a16="http://schemas.microsoft.com/office/drawing/2014/main" id="{3AA34E42-929D-15DD-9D6E-1A41ED4E9C1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3050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1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E95CE9-5C79-9F9E-B7B7-A2DC5A47C0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09F03F-D1AC-0283-B069-583F395219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>
                <a:solidFill>
                  <a:srgbClr val="215968"/>
                </a:solidFill>
              </a:rPr>
              <a:t>Formules</a:t>
            </a:r>
            <a:endParaRPr lang="en-US" dirty="0">
              <a:solidFill>
                <a:srgbClr val="215968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9C18A-3DF0-99DE-27F5-E62A5E9AEA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Equation de Lagrange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Equation de mouvement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Energies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1643506-A7DC-7496-338D-F650DE0302E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4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F37848-B39A-9E67-2C21-2C681579DD52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5" name="Picture 4" descr="A black and white text&#10;&#10;AI-generated content may be incorrect.">
            <a:extLst>
              <a:ext uri="{FF2B5EF4-FFF2-40B4-BE49-F238E27FC236}">
                <a16:creationId xmlns:a16="http://schemas.microsoft.com/office/drawing/2014/main" id="{37F24F12-CD9A-91A4-C986-DE8C8C9E0F76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13946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7F7305-4930-43D7-B08F-18A09230A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9974A2-7C37-4328-F8C6-1084D5EA21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>
                <a:solidFill>
                  <a:srgbClr val="215968"/>
                </a:solidFill>
              </a:rPr>
              <a:t>Lagrange</a:t>
            </a:r>
            <a:endParaRPr lang="en-US" dirty="0">
              <a:solidFill>
                <a:srgbClr val="215968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456E7E-7A52-6A52-5FC2-509068721B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Reformulation des lois de Newton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Permet d’avoir facilement les équations du mouvement d’un système complexe sans prendre ne compte les forces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Principe de moindre action utilisé avec Euler-Lagrange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endParaRPr lang="fr-CH" sz="1200" b="1" dirty="0"/>
          </a:p>
          <a:p>
            <a:pPr lvl="1">
              <a:buClr>
                <a:schemeClr val="accent2"/>
              </a:buClr>
              <a:buSzPct val="100000"/>
              <a:buFontTx/>
              <a:buChar char="-"/>
            </a:pPr>
            <a:endParaRPr lang="fr-CH" sz="12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CCF25A7-716C-6D39-63BD-D0FACB0473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5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4EBD63-BAAC-DB7C-358E-A6ED2F674008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5" name="Picture 4" descr="A black and white text&#10;&#10;AI-generated content may be incorrect.">
            <a:extLst>
              <a:ext uri="{FF2B5EF4-FFF2-40B4-BE49-F238E27FC236}">
                <a16:creationId xmlns:a16="http://schemas.microsoft.com/office/drawing/2014/main" id="{44E70B8E-9D8B-2577-12DA-91799F57137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92312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B0B8A-9B5A-8893-F832-6665BBEAC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12DBF4-6BD1-A37C-3E1D-274CDB663C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>
                <a:solidFill>
                  <a:srgbClr val="215968"/>
                </a:solidFill>
              </a:rPr>
              <a:t>Equation du mouvement</a:t>
            </a:r>
            <a:endParaRPr lang="en-US" dirty="0">
              <a:solidFill>
                <a:srgbClr val="215968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EE84F3-4A46-E0F8-B1D6-853667EC49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Principe de moindre action utilisé avec Euler-Lagrange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endParaRPr lang="fr-CH" sz="1200" b="1" dirty="0"/>
          </a:p>
          <a:p>
            <a:pPr lvl="1">
              <a:buClr>
                <a:schemeClr val="accent2"/>
              </a:buClr>
              <a:buSzPct val="100000"/>
              <a:buFontTx/>
              <a:buChar char="-"/>
            </a:pPr>
            <a:endParaRPr lang="fr-CH" sz="12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E4A239-3C30-5128-01B0-6FA28FAE6CF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6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E2296CE-EED2-7816-8FAC-23F1DCC45922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5" name="Picture 4" descr="A black and white text&#10;&#10;AI-generated content may be incorrect.">
            <a:extLst>
              <a:ext uri="{FF2B5EF4-FFF2-40B4-BE49-F238E27FC236}">
                <a16:creationId xmlns:a16="http://schemas.microsoft.com/office/drawing/2014/main" id="{2D69489D-D4EB-874B-BD7D-0DEA1939C84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64295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52271-8544-4B67-11DA-65A50737A8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EBCE5E-FE49-F744-1D9C-D431B5B319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>
                <a:solidFill>
                  <a:srgbClr val="215968"/>
                </a:solidFill>
              </a:rPr>
              <a:t>Energie</a:t>
            </a:r>
            <a:endParaRPr lang="en-US" dirty="0">
              <a:solidFill>
                <a:srgbClr val="215968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8A6D9F-0D04-4C9E-CC58-704FC06105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97570" y="1393312"/>
            <a:ext cx="11143046" cy="4916008"/>
          </a:xfrm>
        </p:spPr>
        <p:txBody>
          <a:bodyPr>
            <a:normAutofit/>
          </a:bodyPr>
          <a:lstStyle/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fr-CH" sz="1600" b="1" dirty="0"/>
              <a:t>Pendule double = non conservateur</a:t>
            </a:r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r>
              <a:rPr lang="en-GB" sz="1600" b="1" dirty="0"/>
              <a:t>⚠️ Pour 2 seconds = </a:t>
            </a:r>
            <a:r>
              <a:rPr lang="en-GB" sz="1600" b="1" dirty="0" err="1"/>
              <a:t>perte</a:t>
            </a:r>
            <a:r>
              <a:rPr lang="en-GB" sz="1600" b="1" dirty="0"/>
              <a:t> </a:t>
            </a:r>
            <a:r>
              <a:rPr lang="en-GB" sz="1600" b="1" dirty="0" err="1"/>
              <a:t>d’énergies</a:t>
            </a:r>
            <a:r>
              <a:rPr lang="en-GB" sz="1600" b="1" dirty="0"/>
              <a:t> </a:t>
            </a:r>
            <a:r>
              <a:rPr lang="en-GB" sz="1600" b="1" dirty="0" err="1"/>
              <a:t>faible</a:t>
            </a:r>
            <a:r>
              <a:rPr lang="en-GB" sz="1600" b="1" dirty="0"/>
              <a:t> = ~</a:t>
            </a:r>
            <a:r>
              <a:rPr lang="en-GB" sz="1600" b="1"/>
              <a:t>conservateur</a:t>
            </a:r>
            <a:endParaRPr lang="fr-CH" sz="1600" b="1" dirty="0"/>
          </a:p>
          <a:p>
            <a:pPr>
              <a:buClr>
                <a:schemeClr val="accent2"/>
              </a:buClr>
              <a:buSzPct val="100000"/>
              <a:buFontTx/>
              <a:buChar char="-"/>
            </a:pPr>
            <a:endParaRPr lang="fr-CH" sz="1200" b="1" dirty="0"/>
          </a:p>
          <a:p>
            <a:pPr lvl="1">
              <a:buClr>
                <a:schemeClr val="accent2"/>
              </a:buClr>
              <a:buSzPct val="100000"/>
              <a:buFontTx/>
              <a:buChar char="-"/>
            </a:pPr>
            <a:endParaRPr lang="fr-CH" sz="1200" b="1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5771318-8BD7-8890-67BE-464B1E3053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7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4714184-A185-7256-1903-A29C26769B92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5" name="Picture 4" descr="A black and white text&#10;&#10;AI-generated content may be incorrect.">
            <a:extLst>
              <a:ext uri="{FF2B5EF4-FFF2-40B4-BE49-F238E27FC236}">
                <a16:creationId xmlns:a16="http://schemas.microsoft.com/office/drawing/2014/main" id="{361B6F2A-A082-4274-247F-3BD198220158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60297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6E206A-2211-9D78-6F35-8B558DE89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0F2575-ECA6-5E65-AF56-2C44736925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H" dirty="0"/>
              <a:t>Plan de projet </a:t>
            </a:r>
            <a:r>
              <a:rPr lang="fr-CH" dirty="0">
                <a:solidFill>
                  <a:srgbClr val="FF0000"/>
                </a:solidFill>
              </a:rPr>
              <a:t>(2 minutes)</a:t>
            </a:r>
            <a:endParaRPr lang="en-US" dirty="0">
              <a:solidFill>
                <a:srgbClr val="FF0000"/>
              </a:solidFill>
            </a:endParaRP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7EB702A-C118-E7ED-62A3-8B2646E8EE39}"/>
              </a:ext>
            </a:extLst>
          </p:cNvPr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1563" y="1393825"/>
            <a:ext cx="4914900" cy="4914900"/>
          </a:xfrm>
        </p:spPr>
      </p:pic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21DD5F-A7A6-1040-6465-DD65ACF1902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23C040C7-4060-4381-887A-2EF827EF70EC}" type="slidenum">
              <a:rPr lang="fr-CH" smtClean="0"/>
              <a:pPr/>
              <a:t>8</a:t>
            </a:fld>
            <a:endParaRPr lang="fr-CH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BA24922-5B5E-7D0D-3320-3EA5B61AA256}"/>
              </a:ext>
            </a:extLst>
          </p:cNvPr>
          <p:cNvSpPr txBox="1">
            <a:spLocks/>
          </p:cNvSpPr>
          <p:nvPr/>
        </p:nvSpPr>
        <p:spPr>
          <a:xfrm>
            <a:off x="241003" y="6520260"/>
            <a:ext cx="2844800" cy="22110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10000"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SzPct val="50000"/>
              <a:buFont typeface="Inter Light" panose="02000503000000020004" pitchFamily="2" charset="0"/>
              <a:buChar char="►"/>
              <a:defRPr sz="2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Wingdings 3" pitchFamily="18" charset="2"/>
              <a:buChar char=""/>
              <a:defRPr sz="24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–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Clr>
                <a:schemeClr val="accent1">
                  <a:lumMod val="75000"/>
                </a:schemeClr>
              </a:buClr>
              <a:buFont typeface="Arial" pitchFamily="34" charset="0"/>
              <a:buChar char="»"/>
              <a:defRPr sz="1800" kern="1200">
                <a:solidFill>
                  <a:schemeClr val="tx1"/>
                </a:solidFill>
                <a:latin typeface="Open Sans" pitchFamily="2" charset="0"/>
                <a:ea typeface="Open Sans" pitchFamily="2" charset="0"/>
                <a:cs typeface="Open Sans" pitchFamily="2" charset="0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spcBef>
                <a:spcPts val="0"/>
              </a:spcBef>
              <a:buClrTx/>
              <a:buSzTx/>
              <a:buFontTx/>
              <a:buNone/>
              <a:defRPr/>
            </a:pPr>
            <a:r>
              <a:rPr lang="fr-CH" sz="1000" dirty="0" err="1">
                <a:solidFill>
                  <a:prstClr val="black">
                    <a:lumMod val="65000"/>
                    <a:lumOff val="35000"/>
                  </a:prstClr>
                </a:solidFill>
                <a:latin typeface="Open Sans Light" panose="020B0306030504020204" pitchFamily="34" charset="0"/>
                <a:ea typeface="Open Sans Light" panose="020B0306030504020204" pitchFamily="34" charset="0"/>
                <a:cs typeface="Open Sans Light" panose="020B0306030504020204" pitchFamily="34" charset="0"/>
              </a:rPr>
              <a:t>ProbStatIT</a:t>
            </a:r>
            <a:endParaRPr lang="fr-CH" sz="1000" dirty="0">
              <a:solidFill>
                <a:prstClr val="black">
                  <a:lumMod val="65000"/>
                  <a:lumOff val="35000"/>
                </a:prstClr>
              </a:solidFill>
              <a:latin typeface="Open Sans Light" panose="020B0306030504020204" pitchFamily="34" charset="0"/>
              <a:ea typeface="Open Sans Light" panose="020B0306030504020204" pitchFamily="34" charset="0"/>
              <a:cs typeface="Open Sans Light" panose="020B0306030504020204" pitchFamily="34" charset="0"/>
            </a:endParaRPr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E6B48210-FDFC-3C7C-6FAE-C8E8940078CB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0021" y="204511"/>
            <a:ext cx="4724015" cy="830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68956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heme/theme1.xml><?xml version="1.0" encoding="utf-8"?>
<a:theme xmlns:a="http://schemas.openxmlformats.org/drawingml/2006/main" name="5_HEVS Template">
  <a:themeElements>
    <a:clrScheme name="Custom 1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0033B3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 vert="horz" wrap="square" lIns="90000" rIns="90000" rtlCol="0" anchor="ctr" anchorCtr="1">
        <a:spAutoFit/>
      </a:bodyPr>
      <a:lstStyle>
        <a:defPPr marL="383322" indent="-293764">
          <a:buSzPct val="45000"/>
          <a:buNone/>
          <a:tabLst>
            <a:tab pos="656650" algn="l"/>
            <a:tab pos="1313299" algn="l"/>
            <a:tab pos="1969949" algn="l"/>
            <a:tab pos="2626599" algn="l"/>
            <a:tab pos="3283248" algn="l"/>
            <a:tab pos="3939898" algn="l"/>
            <a:tab pos="4596548" algn="l"/>
            <a:tab pos="5253198" algn="l"/>
            <a:tab pos="5909847" algn="l"/>
            <a:tab pos="6566497" algn="l"/>
            <a:tab pos="7223147" algn="l"/>
            <a:tab pos="7879796" algn="l"/>
          </a:tabLst>
          <a:defRPr sz="2000" b="1" dirty="0" err="1" smtClean="0">
            <a:solidFill>
              <a:srgbClr val="7030A0"/>
            </a:solidFill>
            <a:latin typeface="Consolas" pitchFamily="49" charset="0"/>
          </a:defRPr>
        </a:defPPr>
      </a:lstStyle>
      <a:style>
        <a:lnRef idx="1">
          <a:schemeClr val="accent3"/>
        </a:lnRef>
        <a:fillRef idx="2">
          <a:schemeClr val="accent3"/>
        </a:fillRef>
        <a:effectRef idx="1">
          <a:schemeClr val="accent3"/>
        </a:effectRef>
        <a:fontRef idx="minor">
          <a:schemeClr val="dk1"/>
        </a:fontRef>
      </a:style>
    </a:spDef>
    <a:lnDef>
      <a:spPr>
        <a:ln w="12700">
          <a:tailEnd type="arrow"/>
        </a:ln>
      </a:spPr>
      <a:bodyPr/>
      <a:lstStyle/>
      <a:style>
        <a:lnRef idx="1">
          <a:schemeClr val="dk1"/>
        </a:lnRef>
        <a:fillRef idx="0">
          <a:schemeClr val="dk1"/>
        </a:fillRef>
        <a:effectRef idx="0">
          <a:schemeClr val="dk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867800f0-a197-48df-b3d8-63ad447b0afe">
      <Terms xmlns="http://schemas.microsoft.com/office/infopath/2007/PartnerControls"/>
    </lcf76f155ced4ddcb4097134ff3c332f>
    <TaxCatchAll xmlns="e7634316-75c5-4675-ae1f-8517fcbfe30d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BAE827F9E369F47BA44DF5D5B04C2CA" ma:contentTypeVersion="11" ma:contentTypeDescription="Crée un document." ma:contentTypeScope="" ma:versionID="b7d19f48c3bb3549c387cdf7aa4712b4">
  <xsd:schema xmlns:xsd="http://www.w3.org/2001/XMLSchema" xmlns:xs="http://www.w3.org/2001/XMLSchema" xmlns:p="http://schemas.microsoft.com/office/2006/metadata/properties" xmlns:ns2="e7634316-75c5-4675-ae1f-8517fcbfe30d" xmlns:ns3="867800f0-a197-48df-b3d8-63ad447b0afe" targetNamespace="http://schemas.microsoft.com/office/2006/metadata/properties" ma:root="true" ma:fieldsID="5a40304e7c366f484882961a3762423f" ns2:_="" ns3:_="">
    <xsd:import namespace="e7634316-75c5-4675-ae1f-8517fcbfe30d"/>
    <xsd:import namespace="867800f0-a197-48df-b3d8-63ad447b0afe"/>
    <xsd:element name="properties">
      <xsd:complexType>
        <xsd:sequence>
          <xsd:element name="documentManagement">
            <xsd:complexType>
              <xsd:all>
                <xsd:element ref="ns2:SharedWithUsers" minOccurs="0"/>
                <xsd:element ref="ns2:SharedWithDetails" minOccurs="0"/>
                <xsd:element ref="ns3:MediaServiceMetadata" minOccurs="0"/>
                <xsd:element ref="ns3:MediaServiceFastMetadata" minOccurs="0"/>
                <xsd:element ref="ns3:lcf76f155ced4ddcb4097134ff3c332f" minOccurs="0"/>
                <xsd:element ref="ns2:TaxCatchAll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7634316-75c5-4675-ae1f-8517fcbfe30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9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4" nillable="true" ma:displayName="Taxonomy Catch All Column" ma:hidden="true" ma:list="{6bb7a529-b375-480f-bbfb-7cebc201035f}" ma:internalName="TaxCatchAll" ma:showField="CatchAllData" ma:web="e7634316-75c5-4675-ae1f-8517fcbfe30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867800f0-a197-48df-b3d8-63ad447b0af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3" nillable="true" ma:taxonomy="true" ma:internalName="lcf76f155ced4ddcb4097134ff3c332f" ma:taxonomyFieldName="MediaServiceImageTags" ma:displayName="Balises d’images" ma:readOnly="false" ma:fieldId="{5cf76f15-5ced-4ddc-b409-7134ff3c332f}" ma:taxonomyMulti="true" ma:sspId="e5965820-1b97-4994-ad5a-2b1f2cea3fcc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8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D96CA7C3-5467-41A0-A6A5-CAC955E7D14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F759E773-22B4-4E72-98E9-9A972373B22D}">
  <ds:schemaRefs>
    <ds:schemaRef ds:uri="http://schemas.microsoft.com/office/infopath/2007/PartnerControls"/>
    <ds:schemaRef ds:uri="http://purl.org/dc/elements/1.1/"/>
    <ds:schemaRef ds:uri="http://schemas.microsoft.com/office/2006/documentManagement/types"/>
    <ds:schemaRef ds:uri="867800f0-a197-48df-b3d8-63ad447b0afe"/>
    <ds:schemaRef ds:uri="http://purl.org/dc/terms/"/>
    <ds:schemaRef ds:uri="http://schemas.openxmlformats.org/package/2006/metadata/core-properties"/>
    <ds:schemaRef ds:uri="http://purl.org/dc/dcmitype/"/>
    <ds:schemaRef ds:uri="e7634316-75c5-4675-ae1f-8517fcbfe30d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D84B9BDF-6BDA-4CDE-91C7-275064FCDB0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e7634316-75c5-4675-ae1f-8517fcbfe30d"/>
    <ds:schemaRef ds:uri="867800f0-a197-48df-b3d8-63ad447b0af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119</TotalTime>
  <Words>153</Words>
  <Application>Microsoft Office PowerPoint</Application>
  <PresentationFormat>Widescreen</PresentationFormat>
  <Paragraphs>51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8" baseType="lpstr">
      <vt:lpstr>Arial</vt:lpstr>
      <vt:lpstr>Calibri</vt:lpstr>
      <vt:lpstr>Century Gothic</vt:lpstr>
      <vt:lpstr>Consolas</vt:lpstr>
      <vt:lpstr>Inter Light</vt:lpstr>
      <vt:lpstr>Open Sans</vt:lpstr>
      <vt:lpstr>Open Sans Light</vt:lpstr>
      <vt:lpstr>Wingdings</vt:lpstr>
      <vt:lpstr>Wingdings 3</vt:lpstr>
      <vt:lpstr>5_HEVS Template</vt:lpstr>
      <vt:lpstr>PowerPoint Presentation</vt:lpstr>
      <vt:lpstr>Présentation du projet (2 minutes)</vt:lpstr>
      <vt:lpstr>Double pendule</vt:lpstr>
      <vt:lpstr>Formules</vt:lpstr>
      <vt:lpstr>Lagrange</vt:lpstr>
      <vt:lpstr>Equation du mouvement</vt:lpstr>
      <vt:lpstr>Energie</vt:lpstr>
      <vt:lpstr>Plan de projet (2 minutes)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ISC course</dc:title>
  <dc:creator>Pierre-André Mudry</dc:creator>
  <cp:keywords>ISC</cp:keywords>
  <cp:lastModifiedBy>Zanad Maroua</cp:lastModifiedBy>
  <cp:revision>207</cp:revision>
  <dcterms:created xsi:type="dcterms:W3CDTF">2020-02-18T12:13:53Z</dcterms:created>
  <dcterms:modified xsi:type="dcterms:W3CDTF">2026-01-18T14:19:41Z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0x0101007BAE827F9E369F47BA44DF5D5B04C2CA</vt:lpwstr>
  </property>
</Properties>
</file>